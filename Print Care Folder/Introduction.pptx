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46F850-C42D-4881-B92A-AF8BC63EDAE9}" v="7" dt="2026-02-24T02:20:37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ramaiah KOWRATI" userId="39079919bc432a5b" providerId="LiveId" clId="{0D50A481-6A9B-4B04-9DAE-9E72A06ACFF0}"/>
    <pc:docChg chg="undo custSel addSld modSld sldOrd">
      <pc:chgData name="Sivaramaiah KOWRATI" userId="39079919bc432a5b" providerId="LiveId" clId="{0D50A481-6A9B-4B04-9DAE-9E72A06ACFF0}" dt="2026-02-24T02:20:45.615" v="265" actId="20577"/>
      <pc:docMkLst>
        <pc:docMk/>
      </pc:docMkLst>
      <pc:sldChg chg="addSp delSp modSp new mod ord setBg">
        <pc:chgData name="Sivaramaiah KOWRATI" userId="39079919bc432a5b" providerId="LiveId" clId="{0D50A481-6A9B-4B04-9DAE-9E72A06ACFF0}" dt="2026-02-24T02:11:12.439" v="40"/>
        <pc:sldMkLst>
          <pc:docMk/>
          <pc:sldMk cId="136428181" sldId="256"/>
        </pc:sldMkLst>
        <pc:spChg chg="add del">
          <ac:chgData name="Sivaramaiah KOWRATI" userId="39079919bc432a5b" providerId="LiveId" clId="{0D50A481-6A9B-4B04-9DAE-9E72A06ACFF0}" dt="2026-02-24T02:09:43.567" v="20" actId="26606"/>
          <ac:spMkLst>
            <pc:docMk/>
            <pc:sldMk cId="136428181" sldId="256"/>
            <ac:spMk id="5" creationId="{86FF76B9-219D-4469-AF87-0236D29032F1}"/>
          </ac:spMkLst>
        </pc:spChg>
        <pc:spChg chg="add del">
          <ac:chgData name="Sivaramaiah KOWRATI" userId="39079919bc432a5b" providerId="LiveId" clId="{0D50A481-6A9B-4B04-9DAE-9E72A06ACFF0}" dt="2026-02-24T02:08:51.950" v="4" actId="26606"/>
          <ac:spMkLst>
            <pc:docMk/>
            <pc:sldMk cId="136428181" sldId="256"/>
            <ac:spMk id="8" creationId="{32BC26D8-82FB-445E-AA49-62A77D7C1EE0}"/>
          </ac:spMkLst>
        </pc:spChg>
        <pc:spChg chg="add del">
          <ac:chgData name="Sivaramaiah KOWRATI" userId="39079919bc432a5b" providerId="LiveId" clId="{0D50A481-6A9B-4B04-9DAE-9E72A06ACFF0}" dt="2026-02-24T02:09:43.567" v="20" actId="26606"/>
          <ac:spMkLst>
            <pc:docMk/>
            <pc:sldMk cId="136428181" sldId="256"/>
            <ac:spMk id="9" creationId="{2E80C965-DB6D-4F81-9E9E-B027384D0BD6}"/>
          </ac:spMkLst>
        </pc:spChg>
        <pc:spChg chg="add del">
          <ac:chgData name="Sivaramaiah KOWRATI" userId="39079919bc432a5b" providerId="LiveId" clId="{0D50A481-6A9B-4B04-9DAE-9E72A06ACFF0}" dt="2026-02-24T02:08:51.950" v="4" actId="26606"/>
          <ac:spMkLst>
            <pc:docMk/>
            <pc:sldMk cId="136428181" sldId="256"/>
            <ac:spMk id="10" creationId="{CB44330D-EA18-4254-AA95-EB49948539B8}"/>
          </ac:spMkLst>
        </pc:spChg>
        <pc:spChg chg="add del">
          <ac:chgData name="Sivaramaiah KOWRATI" userId="39079919bc432a5b" providerId="LiveId" clId="{0D50A481-6A9B-4B04-9DAE-9E72A06ACFF0}" dt="2026-02-24T02:08:55.384" v="6" actId="26606"/>
          <ac:spMkLst>
            <pc:docMk/>
            <pc:sldMk cId="136428181" sldId="256"/>
            <ac:spMk id="12" creationId="{6FA8F714-B9D8-488A-8CCA-E9948FF913A9}"/>
          </ac:spMkLst>
        </pc:spChg>
        <pc:spChg chg="add del">
          <ac:chgData name="Sivaramaiah KOWRATI" userId="39079919bc432a5b" providerId="LiveId" clId="{0D50A481-6A9B-4B04-9DAE-9E72A06ACFF0}" dt="2026-02-24T02:08:55.384" v="6" actId="26606"/>
          <ac:spMkLst>
            <pc:docMk/>
            <pc:sldMk cId="136428181" sldId="256"/>
            <ac:spMk id="13" creationId="{B9FF99BD-075F-4761-A995-6FC574BD25EA}"/>
          </ac:spMkLst>
        </pc:spChg>
        <pc:spChg chg="add del">
          <ac:chgData name="Sivaramaiah KOWRATI" userId="39079919bc432a5b" providerId="LiveId" clId="{0D50A481-6A9B-4B04-9DAE-9E72A06ACFF0}" dt="2026-02-24T02:08:55.384" v="6" actId="26606"/>
          <ac:spMkLst>
            <pc:docMk/>
            <pc:sldMk cId="136428181" sldId="256"/>
            <ac:spMk id="14" creationId="{A7B21A54-9BA3-4EA9-B460-5A829ADD9051}"/>
          </ac:spMkLst>
        </pc:spChg>
        <pc:spChg chg="add del">
          <ac:chgData name="Sivaramaiah KOWRATI" userId="39079919bc432a5b" providerId="LiveId" clId="{0D50A481-6A9B-4B04-9DAE-9E72A06ACFF0}" dt="2026-02-24T02:09:43.567" v="20" actId="26606"/>
          <ac:spMkLst>
            <pc:docMk/>
            <pc:sldMk cId="136428181" sldId="256"/>
            <ac:spMk id="15" creationId="{633C5E46-DAC5-4661-9C87-22B08E2A512F}"/>
          </ac:spMkLst>
        </pc:spChg>
        <pc:spChg chg="add del">
          <ac:chgData name="Sivaramaiah KOWRATI" userId="39079919bc432a5b" providerId="LiveId" clId="{0D50A481-6A9B-4B04-9DAE-9E72A06ACFF0}" dt="2026-02-24T02:08:59.316" v="8" actId="26606"/>
          <ac:spMkLst>
            <pc:docMk/>
            <pc:sldMk cId="136428181" sldId="256"/>
            <ac:spMk id="16" creationId="{AB8C311F-7253-4AED-9701-7FC0708C41C7}"/>
          </ac:spMkLst>
        </pc:spChg>
        <pc:spChg chg="add del">
          <ac:chgData name="Sivaramaiah KOWRATI" userId="39079919bc432a5b" providerId="LiveId" clId="{0D50A481-6A9B-4B04-9DAE-9E72A06ACFF0}" dt="2026-02-24T02:08:59.316" v="8" actId="26606"/>
          <ac:spMkLst>
            <pc:docMk/>
            <pc:sldMk cId="136428181" sldId="256"/>
            <ac:spMk id="17" creationId="{E2384209-CB15-4CDF-9D31-C44FD9A3F20D}"/>
          </ac:spMkLst>
        </pc:spChg>
        <pc:spChg chg="add del">
          <ac:chgData name="Sivaramaiah KOWRATI" userId="39079919bc432a5b" providerId="LiveId" clId="{0D50A481-6A9B-4B04-9DAE-9E72A06ACFF0}" dt="2026-02-24T02:08:59.316" v="8" actId="26606"/>
          <ac:spMkLst>
            <pc:docMk/>
            <pc:sldMk cId="136428181" sldId="256"/>
            <ac:spMk id="18" creationId="{2633B3B5-CC90-43F0-8714-D31D1F3F0209}"/>
          </ac:spMkLst>
        </pc:spChg>
        <pc:spChg chg="add del">
          <ac:chgData name="Sivaramaiah KOWRATI" userId="39079919bc432a5b" providerId="LiveId" clId="{0D50A481-6A9B-4B04-9DAE-9E72A06ACFF0}" dt="2026-02-24T02:08:59.316" v="8" actId="26606"/>
          <ac:spMkLst>
            <pc:docMk/>
            <pc:sldMk cId="136428181" sldId="256"/>
            <ac:spMk id="19" creationId="{A8D57A06-A426-446D-B02C-A2DC6B62E45E}"/>
          </ac:spMkLst>
        </pc:spChg>
        <pc:spChg chg="add del">
          <ac:chgData name="Sivaramaiah KOWRATI" userId="39079919bc432a5b" providerId="LiveId" clId="{0D50A481-6A9B-4B04-9DAE-9E72A06ACFF0}" dt="2026-02-24T02:09:02.273" v="10" actId="26606"/>
          <ac:spMkLst>
            <pc:docMk/>
            <pc:sldMk cId="136428181" sldId="256"/>
            <ac:spMk id="21" creationId="{42A4FC2C-047E-45A5-965D-8E1E3BF09BC6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22" creationId="{F3060C83-F051-4F0E-ABAD-AA0DFC48B218}"/>
          </ac:spMkLst>
        </pc:spChg>
        <pc:spChg chg="add del">
          <ac:chgData name="Sivaramaiah KOWRATI" userId="39079919bc432a5b" providerId="LiveId" clId="{0D50A481-6A9B-4B04-9DAE-9E72A06ACFF0}" dt="2026-02-24T02:09:09.125" v="12" actId="26606"/>
          <ac:spMkLst>
            <pc:docMk/>
            <pc:sldMk cId="136428181" sldId="256"/>
            <ac:spMk id="23" creationId="{2D2B266D-3625-4584-A5C3-7D3F672CFF30}"/>
          </ac:spMkLst>
        </pc:spChg>
        <pc:spChg chg="add del">
          <ac:chgData name="Sivaramaiah KOWRATI" userId="39079919bc432a5b" providerId="LiveId" clId="{0D50A481-6A9B-4B04-9DAE-9E72A06ACFF0}" dt="2026-02-24T02:09:09.125" v="12" actId="26606"/>
          <ac:spMkLst>
            <pc:docMk/>
            <pc:sldMk cId="136428181" sldId="256"/>
            <ac:spMk id="24" creationId="{C463B99A-73EE-4FBB-B7C4-F9F9BCC25C65}"/>
          </ac:spMkLst>
        </pc:spChg>
        <pc:spChg chg="add del">
          <ac:chgData name="Sivaramaiah KOWRATI" userId="39079919bc432a5b" providerId="LiveId" clId="{0D50A481-6A9B-4B04-9DAE-9E72A06ACFF0}" dt="2026-02-24T02:09:09.125" v="12" actId="26606"/>
          <ac:spMkLst>
            <pc:docMk/>
            <pc:sldMk cId="136428181" sldId="256"/>
            <ac:spMk id="25" creationId="{A5D2A5D1-BA0D-47D3-B051-DA7743C46E28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26" creationId="{83C98ABE-055B-441F-B07E-44F97F083C39}"/>
          </ac:spMkLst>
        </pc:spChg>
        <pc:spChg chg="add del">
          <ac:chgData name="Sivaramaiah KOWRATI" userId="39079919bc432a5b" providerId="LiveId" clId="{0D50A481-6A9B-4B04-9DAE-9E72A06ACFF0}" dt="2026-02-24T02:09:28.574" v="18" actId="26606"/>
          <ac:spMkLst>
            <pc:docMk/>
            <pc:sldMk cId="136428181" sldId="256"/>
            <ac:spMk id="27" creationId="{42A4FC2C-047E-45A5-965D-8E1E3BF09BC6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28" creationId="{F3060C83-F051-4F0E-ABAD-AA0DFC48B218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29" creationId="{29FDB030-9B49-4CED-8CCD-4D99382388AC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30" creationId="{83C98ABE-055B-441F-B07E-44F97F083C39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31" creationId="{3783CA14-24A1-485C-8B30-D6A5D87987AD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32" creationId="{29FDB030-9B49-4CED-8CCD-4D99382388AC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33" creationId="{9A97C86A-04D6-40F7-AE84-31AB43E6A846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34" creationId="{3783CA14-24A1-485C-8B30-D6A5D87987AD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35" creationId="{FF9F2414-84E8-453E-B1F3-389FDE8192D9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36" creationId="{9A97C86A-04D6-40F7-AE84-31AB43E6A846}"/>
          </ac:spMkLst>
        </pc:spChg>
        <pc:spChg chg="add del">
          <ac:chgData name="Sivaramaiah KOWRATI" userId="39079919bc432a5b" providerId="LiveId" clId="{0D50A481-6A9B-4B04-9DAE-9E72A06ACFF0}" dt="2026-02-24T02:10:25.756" v="26" actId="26606"/>
          <ac:spMkLst>
            <pc:docMk/>
            <pc:sldMk cId="136428181" sldId="256"/>
            <ac:spMk id="37" creationId="{3ECA69A1-7536-43AC-85EF-C7106179F5ED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38" creationId="{FF9F2414-84E8-453E-B1F3-389FDE8192D9}"/>
          </ac:spMkLst>
        </pc:spChg>
        <pc:spChg chg="add">
          <ac:chgData name="Sivaramaiah KOWRATI" userId="39079919bc432a5b" providerId="LiveId" clId="{0D50A481-6A9B-4B04-9DAE-9E72A06ACFF0}" dt="2026-02-24T02:10:59.449" v="37" actId="26606"/>
          <ac:spMkLst>
            <pc:docMk/>
            <pc:sldMk cId="136428181" sldId="256"/>
            <ac:spMk id="40" creationId="{3ECA69A1-7536-43AC-85EF-C7106179F5ED}"/>
          </ac:spMkLst>
        </pc:spChg>
        <pc:spChg chg="add del">
          <ac:chgData name="Sivaramaiah KOWRATI" userId="39079919bc432a5b" providerId="LiveId" clId="{0D50A481-6A9B-4B04-9DAE-9E72A06ACFF0}" dt="2026-02-24T02:10:31.227" v="28" actId="26606"/>
          <ac:spMkLst>
            <pc:docMk/>
            <pc:sldMk cId="136428181" sldId="256"/>
            <ac:spMk id="46" creationId="{14995E8B-DB3C-4E23-9186-1613402BFDCF}"/>
          </ac:spMkLst>
        </pc:spChg>
        <pc:spChg chg="add del">
          <ac:chgData name="Sivaramaiah KOWRATI" userId="39079919bc432a5b" providerId="LiveId" clId="{0D50A481-6A9B-4B04-9DAE-9E72A06ACFF0}" dt="2026-02-24T02:10:31.227" v="28" actId="26606"/>
          <ac:spMkLst>
            <pc:docMk/>
            <pc:sldMk cId="136428181" sldId="256"/>
            <ac:spMk id="47" creationId="{CF21E7C5-2080-4549-97AA-9A6688257789}"/>
          </ac:spMkLst>
        </pc:spChg>
        <pc:spChg chg="add del">
          <ac:chgData name="Sivaramaiah KOWRATI" userId="39079919bc432a5b" providerId="LiveId" clId="{0D50A481-6A9B-4B04-9DAE-9E72A06ACFF0}" dt="2026-02-24T02:10:31.227" v="28" actId="26606"/>
          <ac:spMkLst>
            <pc:docMk/>
            <pc:sldMk cId="136428181" sldId="256"/>
            <ac:spMk id="48" creationId="{57957B04-C024-4B5F-B7C3-20FAE3F1D3CA}"/>
          </ac:spMkLst>
        </pc:spChg>
        <pc:spChg chg="add del">
          <ac:chgData name="Sivaramaiah KOWRATI" userId="39079919bc432a5b" providerId="LiveId" clId="{0D50A481-6A9B-4B04-9DAE-9E72A06ACFF0}" dt="2026-02-24T02:10:31.227" v="28" actId="26606"/>
          <ac:spMkLst>
            <pc:docMk/>
            <pc:sldMk cId="136428181" sldId="256"/>
            <ac:spMk id="49" creationId="{C6FBFCE4-B693-49EB-9CE1-4420332195E7}"/>
          </ac:spMkLst>
        </pc:spChg>
        <pc:spChg chg="add del">
          <ac:chgData name="Sivaramaiah KOWRATI" userId="39079919bc432a5b" providerId="LiveId" clId="{0D50A481-6A9B-4B04-9DAE-9E72A06ACFF0}" dt="2026-02-24T02:10:35.400" v="30" actId="26606"/>
          <ac:spMkLst>
            <pc:docMk/>
            <pc:sldMk cId="136428181" sldId="256"/>
            <ac:spMk id="54" creationId="{32BC26D8-82FB-445E-AA49-62A77D7C1EE0}"/>
          </ac:spMkLst>
        </pc:spChg>
        <pc:spChg chg="add del">
          <ac:chgData name="Sivaramaiah KOWRATI" userId="39079919bc432a5b" providerId="LiveId" clId="{0D50A481-6A9B-4B04-9DAE-9E72A06ACFF0}" dt="2026-02-24T02:10:35.400" v="30" actId="26606"/>
          <ac:spMkLst>
            <pc:docMk/>
            <pc:sldMk cId="136428181" sldId="256"/>
            <ac:spMk id="55" creationId="{CB44330D-EA18-4254-AA95-EB49948539B8}"/>
          </ac:spMkLst>
        </pc:spChg>
        <pc:spChg chg="add del">
          <ac:chgData name="Sivaramaiah KOWRATI" userId="39079919bc432a5b" providerId="LiveId" clId="{0D50A481-6A9B-4B04-9DAE-9E72A06ACFF0}" dt="2026-02-24T02:10:47.882" v="32" actId="26606"/>
          <ac:spMkLst>
            <pc:docMk/>
            <pc:sldMk cId="136428181" sldId="256"/>
            <ac:spMk id="57" creationId="{3B5F8FB9-93B9-4832-A062-85E1B6A5AFA4}"/>
          </ac:spMkLst>
        </pc:spChg>
        <pc:spChg chg="add del">
          <ac:chgData name="Sivaramaiah KOWRATI" userId="39079919bc432a5b" providerId="LiveId" clId="{0D50A481-6A9B-4B04-9DAE-9E72A06ACFF0}" dt="2026-02-24T02:10:47.882" v="32" actId="26606"/>
          <ac:spMkLst>
            <pc:docMk/>
            <pc:sldMk cId="136428181" sldId="256"/>
            <ac:spMk id="58" creationId="{F37E8EB2-7BE0-4F3D-921C-F4E9C2C14929}"/>
          </ac:spMkLst>
        </pc:spChg>
        <pc:spChg chg="add del">
          <ac:chgData name="Sivaramaiah KOWRATI" userId="39079919bc432a5b" providerId="LiveId" clId="{0D50A481-6A9B-4B04-9DAE-9E72A06ACFF0}" dt="2026-02-24T02:10:47.882" v="32" actId="26606"/>
          <ac:spMkLst>
            <pc:docMk/>
            <pc:sldMk cId="136428181" sldId="256"/>
            <ac:spMk id="59" creationId="{E77AE46B-A945-4A7E-9911-903176079DD0}"/>
          </ac:spMkLst>
        </pc:spChg>
        <pc:spChg chg="add del">
          <ac:chgData name="Sivaramaiah KOWRATI" userId="39079919bc432a5b" providerId="LiveId" clId="{0D50A481-6A9B-4B04-9DAE-9E72A06ACFF0}" dt="2026-02-24T02:10:56.138" v="34" actId="26606"/>
          <ac:spMkLst>
            <pc:docMk/>
            <pc:sldMk cId="136428181" sldId="256"/>
            <ac:spMk id="61" creationId="{A93898FF-D987-4B0E-BFB4-85F5EB356D4D}"/>
          </ac:spMkLst>
        </pc:spChg>
        <pc:spChg chg="add del">
          <ac:chgData name="Sivaramaiah KOWRATI" userId="39079919bc432a5b" providerId="LiveId" clId="{0D50A481-6A9B-4B04-9DAE-9E72A06ACFF0}" dt="2026-02-24T02:10:56.138" v="34" actId="26606"/>
          <ac:spMkLst>
            <pc:docMk/>
            <pc:sldMk cId="136428181" sldId="256"/>
            <ac:spMk id="62" creationId="{612F383F-B981-4BC3-9E2B-7BE938CEF3EC}"/>
          </ac:spMkLst>
        </pc:spChg>
        <pc:spChg chg="add del">
          <ac:chgData name="Sivaramaiah KOWRATI" userId="39079919bc432a5b" providerId="LiveId" clId="{0D50A481-6A9B-4B04-9DAE-9E72A06ACFF0}" dt="2026-02-24T02:10:56.138" v="34" actId="26606"/>
          <ac:spMkLst>
            <pc:docMk/>
            <pc:sldMk cId="136428181" sldId="256"/>
            <ac:spMk id="63" creationId="{5AA485AD-076E-4077-A6E6-C3C9F0C39FF2}"/>
          </ac:spMkLst>
        </pc:spChg>
        <pc:spChg chg="add del">
          <ac:chgData name="Sivaramaiah KOWRATI" userId="39079919bc432a5b" providerId="LiveId" clId="{0D50A481-6A9B-4B04-9DAE-9E72A06ACFF0}" dt="2026-02-24T02:10:56.138" v="34" actId="26606"/>
          <ac:spMkLst>
            <pc:docMk/>
            <pc:sldMk cId="136428181" sldId="256"/>
            <ac:spMk id="65" creationId="{42A4FC2C-047E-45A5-965D-8E1E3BF09BC6}"/>
          </ac:spMkLst>
        </pc:spChg>
        <pc:grpChg chg="add del">
          <ac:chgData name="Sivaramaiah KOWRATI" userId="39079919bc432a5b" providerId="LiveId" clId="{0D50A481-6A9B-4B04-9DAE-9E72A06ACFF0}" dt="2026-02-24T02:09:43.567" v="20" actId="26606"/>
          <ac:grpSpMkLst>
            <pc:docMk/>
            <pc:sldMk cId="136428181" sldId="256"/>
            <ac:grpSpMk id="6" creationId="{DB88BD78-87E1-424D-B479-C37D8E41B12E}"/>
          </ac:grpSpMkLst>
        </pc:grpChg>
        <pc:grpChg chg="add del">
          <ac:chgData name="Sivaramaiah KOWRATI" userId="39079919bc432a5b" providerId="LiveId" clId="{0D50A481-6A9B-4B04-9DAE-9E72A06ACFF0}" dt="2026-02-24T02:10:31.227" v="28" actId="26606"/>
          <ac:grpSpMkLst>
            <pc:docMk/>
            <pc:sldMk cId="136428181" sldId="256"/>
            <ac:grpSpMk id="39" creationId="{9D85FE18-7BE5-446D-9A33-1C7C3B910680}"/>
          </ac:grpSpMkLst>
        </pc:grpChg>
        <pc:grpChg chg="add del">
          <ac:chgData name="Sivaramaiah KOWRATI" userId="39079919bc432a5b" providerId="LiveId" clId="{0D50A481-6A9B-4B04-9DAE-9E72A06ACFF0}" dt="2026-02-24T02:10:31.227" v="28" actId="26606"/>
          <ac:grpSpMkLst>
            <pc:docMk/>
            <pc:sldMk cId="136428181" sldId="256"/>
            <ac:grpSpMk id="50" creationId="{8FFC4225-9683-4D55-8686-FCDDB8BCBF38}"/>
          </ac:grpSpMkLst>
        </pc:grpChg>
        <pc:picChg chg="add del mod modCrop">
          <ac:chgData name="Sivaramaiah KOWRATI" userId="39079919bc432a5b" providerId="LiveId" clId="{0D50A481-6A9B-4B04-9DAE-9E72A06ACFF0}" dt="2026-02-24T02:09:45.227" v="21" actId="478"/>
          <ac:picMkLst>
            <pc:docMk/>
            <pc:sldMk cId="136428181" sldId="256"/>
            <ac:picMk id="3" creationId="{50AA6C69-6A81-C618-550C-F45708E2A07C}"/>
          </ac:picMkLst>
        </pc:picChg>
        <pc:picChg chg="add mod">
          <ac:chgData name="Sivaramaiah KOWRATI" userId="39079919bc432a5b" providerId="LiveId" clId="{0D50A481-6A9B-4B04-9DAE-9E72A06ACFF0}" dt="2026-02-24T02:10:59.449" v="37" actId="26606"/>
          <ac:picMkLst>
            <pc:docMk/>
            <pc:sldMk cId="136428181" sldId="256"/>
            <ac:picMk id="20" creationId="{83BD7D7B-0357-5523-5360-EDF5DAC58357}"/>
          </ac:picMkLst>
        </pc:picChg>
        <pc:picChg chg="add del">
          <ac:chgData name="Sivaramaiah KOWRATI" userId="39079919bc432a5b" providerId="LiveId" clId="{0D50A481-6A9B-4B04-9DAE-9E72A06ACFF0}" dt="2026-02-24T02:10:56.138" v="34" actId="26606"/>
          <ac:picMkLst>
            <pc:docMk/>
            <pc:sldMk cId="136428181" sldId="256"/>
            <ac:picMk id="64" creationId="{D088DBDF-80D5-4FC0-8A54-9D660B728DC4}"/>
          </ac:picMkLst>
        </pc:picChg>
      </pc:sldChg>
      <pc:sldChg chg="addSp delSp modSp new mod setBg">
        <pc:chgData name="Sivaramaiah KOWRATI" userId="39079919bc432a5b" providerId="LiveId" clId="{0D50A481-6A9B-4B04-9DAE-9E72A06ACFF0}" dt="2026-02-24T02:20:45.615" v="265" actId="20577"/>
        <pc:sldMkLst>
          <pc:docMk/>
          <pc:sldMk cId="3877106990" sldId="257"/>
        </pc:sldMkLst>
        <pc:spChg chg="add mod">
          <ac:chgData name="Sivaramaiah KOWRATI" userId="39079919bc432a5b" providerId="LiveId" clId="{0D50A481-6A9B-4B04-9DAE-9E72A06ACFF0}" dt="2026-02-24T02:20:45.615" v="265" actId="20577"/>
          <ac:spMkLst>
            <pc:docMk/>
            <pc:sldMk cId="3877106990" sldId="257"/>
            <ac:spMk id="6" creationId="{2317F1B7-8A82-9767-4DC4-DEB8F7ED053B}"/>
          </ac:spMkLst>
        </pc:spChg>
        <pc:spChg chg="add del">
          <ac:chgData name="Sivaramaiah KOWRATI" userId="39079919bc432a5b" providerId="LiveId" clId="{0D50A481-6A9B-4B04-9DAE-9E72A06ACFF0}" dt="2026-02-24T02:12:28.666" v="44" actId="26606"/>
          <ac:spMkLst>
            <pc:docMk/>
            <pc:sldMk cId="3877106990" sldId="257"/>
            <ac:spMk id="8" creationId="{DA2E7C1E-2B5A-4BBA-AE51-1CD8C19309D7}"/>
          </ac:spMkLst>
        </pc:spChg>
        <pc:spChg chg="add del">
          <ac:chgData name="Sivaramaiah KOWRATI" userId="39079919bc432a5b" providerId="LiveId" clId="{0D50A481-6A9B-4B04-9DAE-9E72A06ACFF0}" dt="2026-02-24T02:12:28.666" v="44" actId="26606"/>
          <ac:spMkLst>
            <pc:docMk/>
            <pc:sldMk cId="3877106990" sldId="257"/>
            <ac:spMk id="10" creationId="{43DF76B1-5174-4FAF-9D19-FFEE98426836}"/>
          </ac:spMkLst>
        </pc:spChg>
        <pc:spChg chg="add del">
          <ac:chgData name="Sivaramaiah KOWRATI" userId="39079919bc432a5b" providerId="LiveId" clId="{0D50A481-6A9B-4B04-9DAE-9E72A06ACFF0}" dt="2026-02-24T02:12:31.307" v="46" actId="26606"/>
          <ac:spMkLst>
            <pc:docMk/>
            <pc:sldMk cId="3877106990" sldId="257"/>
            <ac:spMk id="12" creationId="{6FA8F714-B9D8-488A-8CCA-E9948FF913A9}"/>
          </ac:spMkLst>
        </pc:spChg>
        <pc:spChg chg="add del">
          <ac:chgData name="Sivaramaiah KOWRATI" userId="39079919bc432a5b" providerId="LiveId" clId="{0D50A481-6A9B-4B04-9DAE-9E72A06ACFF0}" dt="2026-02-24T02:12:31.307" v="46" actId="26606"/>
          <ac:spMkLst>
            <pc:docMk/>
            <pc:sldMk cId="3877106990" sldId="257"/>
            <ac:spMk id="13" creationId="{B9FF99BD-075F-4761-A995-6FC574BD25EA}"/>
          </ac:spMkLst>
        </pc:spChg>
        <pc:spChg chg="add del">
          <ac:chgData name="Sivaramaiah KOWRATI" userId="39079919bc432a5b" providerId="LiveId" clId="{0D50A481-6A9B-4B04-9DAE-9E72A06ACFF0}" dt="2026-02-24T02:12:31.307" v="46" actId="26606"/>
          <ac:spMkLst>
            <pc:docMk/>
            <pc:sldMk cId="3877106990" sldId="257"/>
            <ac:spMk id="14" creationId="{A7B21A54-9BA3-4EA9-B460-5A829ADD9051}"/>
          </ac:spMkLst>
        </pc:spChg>
        <pc:spChg chg="add del">
          <ac:chgData name="Sivaramaiah KOWRATI" userId="39079919bc432a5b" providerId="LiveId" clId="{0D50A481-6A9B-4B04-9DAE-9E72A06ACFF0}" dt="2026-02-24T02:13:15.671" v="53" actId="26606"/>
          <ac:spMkLst>
            <pc:docMk/>
            <pc:sldMk cId="3877106990" sldId="257"/>
            <ac:spMk id="16" creationId="{1500B4A4-B1F1-41EA-886A-B8A210DBCA3B}"/>
          </ac:spMkLst>
        </pc:spChg>
        <pc:spChg chg="add del">
          <ac:chgData name="Sivaramaiah KOWRATI" userId="39079919bc432a5b" providerId="LiveId" clId="{0D50A481-6A9B-4B04-9DAE-9E72A06ACFF0}" dt="2026-02-24T02:13:15.671" v="53" actId="26606"/>
          <ac:spMkLst>
            <pc:docMk/>
            <pc:sldMk cId="3877106990" sldId="257"/>
            <ac:spMk id="17" creationId="{5E55A99C-0BDC-4DBE-8E40-9FA66F629FA1}"/>
          </ac:spMkLst>
        </pc:spChg>
        <pc:spChg chg="add del">
          <ac:chgData name="Sivaramaiah KOWRATI" userId="39079919bc432a5b" providerId="LiveId" clId="{0D50A481-6A9B-4B04-9DAE-9E72A06ACFF0}" dt="2026-02-24T02:13:03.417" v="50" actId="26606"/>
          <ac:spMkLst>
            <pc:docMk/>
            <pc:sldMk cId="3877106990" sldId="257"/>
            <ac:spMk id="22" creationId="{2D2B266D-3625-4584-A5C3-7D3F672CFF30}"/>
          </ac:spMkLst>
        </pc:spChg>
        <pc:spChg chg="add del">
          <ac:chgData name="Sivaramaiah KOWRATI" userId="39079919bc432a5b" providerId="LiveId" clId="{0D50A481-6A9B-4B04-9DAE-9E72A06ACFF0}" dt="2026-02-24T02:13:03.417" v="50" actId="26606"/>
          <ac:spMkLst>
            <pc:docMk/>
            <pc:sldMk cId="3877106990" sldId="257"/>
            <ac:spMk id="24" creationId="{C463B99A-73EE-4FBB-B7C4-F9F9BCC25C65}"/>
          </ac:spMkLst>
        </pc:spChg>
        <pc:spChg chg="add del">
          <ac:chgData name="Sivaramaiah KOWRATI" userId="39079919bc432a5b" providerId="LiveId" clId="{0D50A481-6A9B-4B04-9DAE-9E72A06ACFF0}" dt="2026-02-24T02:13:03.417" v="50" actId="26606"/>
          <ac:spMkLst>
            <pc:docMk/>
            <pc:sldMk cId="3877106990" sldId="257"/>
            <ac:spMk id="26" creationId="{A5D2A5D1-BA0D-47D3-B051-DA7743C46E28}"/>
          </ac:spMkLst>
        </pc:spChg>
        <pc:spChg chg="add del">
          <ac:chgData name="Sivaramaiah KOWRATI" userId="39079919bc432a5b" providerId="LiveId" clId="{0D50A481-6A9B-4B04-9DAE-9E72A06ACFF0}" dt="2026-02-24T02:14:39.042" v="57" actId="26606"/>
          <ac:spMkLst>
            <pc:docMk/>
            <pc:sldMk cId="3877106990" sldId="257"/>
            <ac:spMk id="30" creationId="{22F15A2D-2324-487D-A02A-BF46C5C580EB}"/>
          </ac:spMkLst>
        </pc:spChg>
        <pc:spChg chg="add del">
          <ac:chgData name="Sivaramaiah KOWRATI" userId="39079919bc432a5b" providerId="LiveId" clId="{0D50A481-6A9B-4B04-9DAE-9E72A06ACFF0}" dt="2026-02-24T02:14:39.042" v="57" actId="26606"/>
          <ac:spMkLst>
            <pc:docMk/>
            <pc:sldMk cId="3877106990" sldId="257"/>
            <ac:spMk id="31" creationId="{17A7F34E-D418-47E2-9F86-2C45BBC31210}"/>
          </ac:spMkLst>
        </pc:spChg>
        <pc:spChg chg="add del">
          <ac:chgData name="Sivaramaiah KOWRATI" userId="39079919bc432a5b" providerId="LiveId" clId="{0D50A481-6A9B-4B04-9DAE-9E72A06ACFF0}" dt="2026-02-24T02:14:39.042" v="57" actId="26606"/>
          <ac:spMkLst>
            <pc:docMk/>
            <pc:sldMk cId="3877106990" sldId="257"/>
            <ac:spMk id="32" creationId="{2AEAFA59-923A-4F54-8B49-44C970BCC323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37" creationId="{F3060C83-F051-4F0E-ABAD-AA0DFC48B218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39" creationId="{83C98ABE-055B-441F-B07E-44F97F083C39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41" creationId="{29FDB030-9B49-4CED-8CCD-4D99382388AC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43" creationId="{3783CA14-24A1-485C-8B30-D6A5D87987AD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45" creationId="{9A97C86A-04D6-40F7-AE84-31AB43E6A846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47" creationId="{FF9F2414-84E8-453E-B1F3-389FDE8192D9}"/>
          </ac:spMkLst>
        </pc:spChg>
        <pc:spChg chg="add del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49" creationId="{3ECA69A1-7536-43AC-85EF-C7106179F5ED}"/>
          </ac:spMkLst>
        </pc:spChg>
        <pc:spChg chg="add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54" creationId="{9D25F302-27C5-414F-97F8-6EA0A6C028BA}"/>
          </ac:spMkLst>
        </pc:spChg>
        <pc:spChg chg="add">
          <ac:chgData name="Sivaramaiah KOWRATI" userId="39079919bc432a5b" providerId="LiveId" clId="{0D50A481-6A9B-4B04-9DAE-9E72A06ACFF0}" dt="2026-02-24T02:19:59.142" v="248" actId="26606"/>
          <ac:spMkLst>
            <pc:docMk/>
            <pc:sldMk cId="3877106990" sldId="257"/>
            <ac:spMk id="56" creationId="{830A36F8-48C2-4842-A87B-8CE8DF4E7FD2}"/>
          </ac:spMkLst>
        </pc:spChg>
        <pc:picChg chg="add del mod">
          <ac:chgData name="Sivaramaiah KOWRATI" userId="39079919bc432a5b" providerId="LiveId" clId="{0D50A481-6A9B-4B04-9DAE-9E72A06ACFF0}" dt="2026-02-24T02:14:34.479" v="54" actId="478"/>
          <ac:picMkLst>
            <pc:docMk/>
            <pc:sldMk cId="3877106990" sldId="257"/>
            <ac:picMk id="3" creationId="{60BFD55D-9299-4B24-6F93-3EB102383660}"/>
          </ac:picMkLst>
        </pc:picChg>
        <pc:picChg chg="add mod">
          <ac:chgData name="Sivaramaiah KOWRATI" userId="39079919bc432a5b" providerId="LiveId" clId="{0D50A481-6A9B-4B04-9DAE-9E72A06ACFF0}" dt="2026-02-24T02:14:35.403" v="56"/>
          <ac:picMkLst>
            <pc:docMk/>
            <pc:sldMk cId="3877106990" sldId="257"/>
            <ac:picMk id="5" creationId="{B02C5D7C-DB72-ED1C-C418-EB76A0DE4B1E}"/>
          </ac:picMkLst>
        </pc:picChg>
        <pc:cxnChg chg="add del">
          <ac:chgData name="Sivaramaiah KOWRATI" userId="39079919bc432a5b" providerId="LiveId" clId="{0D50A481-6A9B-4B04-9DAE-9E72A06ACFF0}" dt="2026-02-24T02:13:15.659" v="52" actId="26606"/>
          <ac:cxnSpMkLst>
            <pc:docMk/>
            <pc:sldMk cId="3877106990" sldId="257"/>
            <ac:cxnSpMk id="28" creationId="{22F6364A-B358-4BEE-B158-0734D2C938D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63763-5159-422D-B9D8-DF4D5D9FC0E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12A35-0659-4491-8A53-0C999EE1F0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73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C053-6885-D076-9401-703635092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F0B04-4306-4B55-2E0E-723CC58FC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AB7A6-078F-1ABF-2FDE-4C5858E0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B938-7485-8FB1-88FA-DBD3771A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E5FF-3D8A-283D-2828-39BAA02A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15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D926-504E-2977-3F97-2A879B60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BBEF-DC4B-37F1-1500-56FB11F9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7EDC6-96C9-A2CA-8047-9E6BFE98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2C7FD-F2D5-52DD-9B02-C8BE61E4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85FA5-24AC-9DB0-E9EB-448E5FFE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98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3B07-5CD2-57D4-9609-DAB12DBD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D26EC-A547-6E02-EC70-2F96F8C48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D2153-021A-E749-C97C-19186BF1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03652-5C86-074C-0804-E0CC1328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2647E-34F7-6A5B-4143-DBAEC7A9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4849-8D27-332A-062E-F68BAEFFF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E154-B82E-FAF3-4CE0-3ACF71998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16E95-8EC4-7096-3332-D2BC696DE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CF5EB-483F-10ED-A85B-74B5E271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EE3E6-3B39-8764-EF55-214CC69B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EE769-88EE-D8C7-27A4-7795C64B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61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61F3-8A79-AB7D-F4CC-2A73376F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6BC26-618E-A200-328F-F811F7C1A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A818F-EF5E-F9A6-F64C-0B9E9BBDD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30A2E-3A2E-5DEC-E711-5F800E91E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D9005-08F4-E371-B5E4-7D59E29E4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4DC54-A017-AADC-794E-DBF0F4E2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077C1-880E-53D2-DE42-831BA534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C8417-D565-7411-DF78-08754FBE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6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6676-C501-6208-FF66-258DC5D9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EC731-4139-D60B-7C84-2D2EC88B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38997-FCFB-F966-54EF-F634D26F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D0AB3-55EA-1C7B-C5B0-0096EE37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01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7BA62-EAF9-7BEF-5F23-4C2881C4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8A415-3C29-2322-4E62-6714F7BC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6BAA9-4E8C-9FD5-31B6-CCD37E1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45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7A70-A4EF-C636-DCB3-F45A69CB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81EA7-4093-6F59-9E84-1D27DA7B1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C0E60-A2A3-C276-E7D8-1BE7B9681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5F79B-BC03-1FE6-0711-9998FCFA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B286B-A117-E6FE-137B-0DF6B521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D71B9-B215-9999-624E-93C52B9C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09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66CB-6B80-3F48-0F0D-555975C7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D1AE85-0298-40ED-4263-44F38254B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AC418-A677-C97D-CEF2-BCB5DD164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16529-EE58-CD16-646E-DEAD7099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7E6B5-E3DE-7830-10CD-CDAD8984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42C45-09D4-97E2-8D40-E1E0482E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92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66DD-8BFC-2595-C25C-A52BA939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9B364-12BD-4FC7-344D-63319B22F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57628-08C7-7CAC-86F7-8861DD15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B255-3CEC-A5BB-7681-4262B4FF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0349E-EBF0-8539-4007-3D5D6135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268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45FD1-05FA-ECD5-F5D3-1ECA9272B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82A17-241A-A742-B6E3-5FF597ACA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DEE7-1CFA-1A7B-0535-E8DB0BF3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26AA0-502F-58EC-C144-9AA176A4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A5E6-E3A1-8152-7107-E241D0A0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03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2EF4A-E0F8-D3D2-F199-EE09F31E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D2632-2C9C-B378-9665-ADBDAD4E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ED69-F2B9-D971-909D-34B6720E4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D479C-C12F-4F52-8BFF-5D32765EC1B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7C4C7-029A-A75E-3978-6AEA9567F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19A3-B193-3BEF-280B-8446C68CD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F341D-B023-4F87-BAE6-3B842BFB60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6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intcareglobal.a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contact@printcaregloba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Triangle 5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C5D7C-DB72-ED1C-C418-EB76A0DE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173707"/>
            <a:ext cx="6829724" cy="2065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17F1B7-8A82-9767-4DC4-DEB8F7ED053B}"/>
              </a:ext>
            </a:extLst>
          </p:cNvPr>
          <p:cNvSpPr/>
          <p:nvPr/>
        </p:nvSpPr>
        <p:spPr>
          <a:xfrm>
            <a:off x="1289304" y="4612943"/>
            <a:ext cx="7745969" cy="140822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Muweilah Commercial, Sharjah, UAE</a:t>
            </a:r>
            <a:b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www.printcareglobal.ae</a:t>
            </a:r>
            <a:b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contact@printcareglobal.com</a:t>
            </a:r>
            <a:endParaRPr lang="en-US" sz="20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+971 564864535</a:t>
            </a:r>
            <a:b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0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Abu Dhabi | Dubai | Sharjah</a:t>
            </a:r>
          </a:p>
        </p:txBody>
      </p:sp>
    </p:spTree>
    <p:extLst>
      <p:ext uri="{BB962C8B-B14F-4D97-AF65-F5344CB8AC3E}">
        <p14:creationId xmlns:p14="http://schemas.microsoft.com/office/powerpoint/2010/main" val="3877106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BD7D7B-0357-5523-5360-EDF5DAC58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88659"/>
            <a:ext cx="10905066" cy="3080680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Sivaramaiah KOWRATI</dc:creator>
  <cp:lastModifiedBy>Sivaramaiah KOWRATI</cp:lastModifiedBy>
  <cp:revision>1</cp:revision>
  <dcterms:created xsi:type="dcterms:W3CDTF">2026-02-24T02:06:04Z</dcterms:created>
  <dcterms:modified xsi:type="dcterms:W3CDTF">2026-02-24T02:20:46Z</dcterms:modified>
</cp:coreProperties>
</file>