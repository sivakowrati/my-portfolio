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246C2-9033-4C73-AEE3-3584D3278DE6}" v="49" dt="2026-02-02T15:24:12.9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ramaiah KOWRATI" userId="39079919bc432a5b" providerId="LiveId" clId="{0D50A481-6A9B-4B04-9DAE-9E72A06ACFF0}"/>
    <pc:docChg chg="undo custSel addSld modSld">
      <pc:chgData name="Sivaramaiah KOWRATI" userId="39079919bc432a5b" providerId="LiveId" clId="{0D50A481-6A9B-4B04-9DAE-9E72A06ACFF0}" dt="2026-02-02T15:25:39.762" v="1617" actId="14100"/>
      <pc:docMkLst>
        <pc:docMk/>
      </pc:docMkLst>
      <pc:sldChg chg="addSp delSp modSp new mod setBg">
        <pc:chgData name="Sivaramaiah KOWRATI" userId="39079919bc432a5b" providerId="LiveId" clId="{0D50A481-6A9B-4B04-9DAE-9E72A06ACFF0}" dt="2026-02-02T15:25:39.762" v="1617" actId="14100"/>
        <pc:sldMkLst>
          <pc:docMk/>
          <pc:sldMk cId="3322164042" sldId="256"/>
        </pc:sldMkLst>
        <pc:spChg chg="add mod">
          <ac:chgData name="Sivaramaiah KOWRATI" userId="39079919bc432a5b" providerId="LiveId" clId="{0D50A481-6A9B-4B04-9DAE-9E72A06ACFF0}" dt="2026-02-02T15:16:30.646" v="1347" actId="207"/>
          <ac:spMkLst>
            <pc:docMk/>
            <pc:sldMk cId="3322164042" sldId="256"/>
            <ac:spMk id="2" creationId="{7F286147-59C7-5AAE-F011-288167597155}"/>
          </ac:spMkLst>
        </pc:spChg>
        <pc:spChg chg="add mod">
          <ac:chgData name="Sivaramaiah KOWRATI" userId="39079919bc432a5b" providerId="LiveId" clId="{0D50A481-6A9B-4B04-9DAE-9E72A06ACFF0}" dt="2026-02-02T15:19:21.429" v="1424" actId="1037"/>
          <ac:spMkLst>
            <pc:docMk/>
            <pc:sldMk cId="3322164042" sldId="256"/>
            <ac:spMk id="9" creationId="{4D1E521F-BE60-11CB-4653-A6616C921BF5}"/>
          </ac:spMkLst>
        </pc:spChg>
        <pc:spChg chg="add mod">
          <ac:chgData name="Sivaramaiah KOWRATI" userId="39079919bc432a5b" providerId="LiveId" clId="{0D50A481-6A9B-4B04-9DAE-9E72A06ACFF0}" dt="2026-02-02T15:01:49.432" v="925" actId="255"/>
          <ac:spMkLst>
            <pc:docMk/>
            <pc:sldMk cId="3322164042" sldId="256"/>
            <ac:spMk id="10" creationId="{DED2C161-6953-8A3A-DB02-CB41F8F09550}"/>
          </ac:spMkLst>
        </pc:spChg>
        <pc:spChg chg="add mod">
          <ac:chgData name="Sivaramaiah KOWRATI" userId="39079919bc432a5b" providerId="LiveId" clId="{0D50A481-6A9B-4B04-9DAE-9E72A06ACFF0}" dt="2026-02-02T15:17:07.364" v="1361" actId="1036"/>
          <ac:spMkLst>
            <pc:docMk/>
            <pc:sldMk cId="3322164042" sldId="256"/>
            <ac:spMk id="11" creationId="{EBC39B14-39EF-1679-E7B6-332C1C16044A}"/>
          </ac:spMkLst>
        </pc:spChg>
        <pc:spChg chg="add mod">
          <ac:chgData name="Sivaramaiah KOWRATI" userId="39079919bc432a5b" providerId="LiveId" clId="{0D50A481-6A9B-4B04-9DAE-9E72A06ACFF0}" dt="2026-02-02T15:06:35.075" v="1131" actId="1038"/>
          <ac:spMkLst>
            <pc:docMk/>
            <pc:sldMk cId="3322164042" sldId="256"/>
            <ac:spMk id="12" creationId="{404CDE28-243D-38EB-2B4F-1BCB4AE970BD}"/>
          </ac:spMkLst>
        </pc:spChg>
        <pc:spChg chg="add del mod">
          <ac:chgData name="Sivaramaiah KOWRATI" userId="39079919bc432a5b" providerId="LiveId" clId="{0D50A481-6A9B-4B04-9DAE-9E72A06ACFF0}" dt="2026-02-02T15:22:31.281" v="1576" actId="21"/>
          <ac:spMkLst>
            <pc:docMk/>
            <pc:sldMk cId="3322164042" sldId="256"/>
            <ac:spMk id="13" creationId="{4B799002-95ED-B101-FED7-24A348C81321}"/>
          </ac:spMkLst>
        </pc:spChg>
        <pc:spChg chg="add mod">
          <ac:chgData name="Sivaramaiah KOWRATI" userId="39079919bc432a5b" providerId="LiveId" clId="{0D50A481-6A9B-4B04-9DAE-9E72A06ACFF0}" dt="2026-02-02T15:09:56.452" v="1169" actId="1037"/>
          <ac:spMkLst>
            <pc:docMk/>
            <pc:sldMk cId="3322164042" sldId="256"/>
            <ac:spMk id="14" creationId="{5D4BDFE5-E852-F23C-BE13-836867AD1AB0}"/>
          </ac:spMkLst>
        </pc:spChg>
        <pc:spChg chg="add mod">
          <ac:chgData name="Sivaramaiah KOWRATI" userId="39079919bc432a5b" providerId="LiveId" clId="{0D50A481-6A9B-4B04-9DAE-9E72A06ACFF0}" dt="2026-02-02T15:22:36.095" v="1579" actId="1038"/>
          <ac:spMkLst>
            <pc:docMk/>
            <pc:sldMk cId="3322164042" sldId="256"/>
            <ac:spMk id="19" creationId="{4B799002-95ED-B101-FED7-24A348C81321}"/>
          </ac:spMkLst>
        </pc:spChg>
        <pc:picChg chg="add del mod modCrop">
          <ac:chgData name="Sivaramaiah KOWRATI" userId="39079919bc432a5b" providerId="LiveId" clId="{0D50A481-6A9B-4B04-9DAE-9E72A06ACFF0}" dt="2026-02-02T15:14:16.533" v="1266" actId="478"/>
          <ac:picMkLst>
            <pc:docMk/>
            <pc:sldMk cId="3322164042" sldId="256"/>
            <ac:picMk id="4" creationId="{9CDEAF06-31DA-5823-E221-D6B87F54974A}"/>
          </ac:picMkLst>
        </pc:picChg>
        <pc:picChg chg="add mod modCrop">
          <ac:chgData name="Sivaramaiah KOWRATI" userId="39079919bc432a5b" providerId="LiveId" clId="{0D50A481-6A9B-4B04-9DAE-9E72A06ACFF0}" dt="2026-02-02T15:10:34.281" v="1217" actId="1037"/>
          <ac:picMkLst>
            <pc:docMk/>
            <pc:sldMk cId="3322164042" sldId="256"/>
            <ac:picMk id="6" creationId="{CED11403-1390-4390-EB79-B5F509A2765F}"/>
          </ac:picMkLst>
        </pc:picChg>
        <pc:picChg chg="add mod">
          <ac:chgData name="Sivaramaiah KOWRATI" userId="39079919bc432a5b" providerId="LiveId" clId="{0D50A481-6A9B-4B04-9DAE-9E72A06ACFF0}" dt="2026-02-02T15:25:39.762" v="1617" actId="14100"/>
          <ac:picMkLst>
            <pc:docMk/>
            <pc:sldMk cId="3322164042" sldId="256"/>
            <ac:picMk id="8" creationId="{88AED251-489A-17C7-286F-7AFA9169926A}"/>
          </ac:picMkLst>
        </pc:picChg>
        <pc:picChg chg="add del mod modCrop">
          <ac:chgData name="Sivaramaiah KOWRATI" userId="39079919bc432a5b" providerId="LiveId" clId="{0D50A481-6A9B-4B04-9DAE-9E72A06ACFF0}" dt="2026-02-02T15:20:46.989" v="1425" actId="478"/>
          <ac:picMkLst>
            <pc:docMk/>
            <pc:sldMk cId="3322164042" sldId="256"/>
            <ac:picMk id="16" creationId="{124CEE36-93EC-5F8B-4CE4-A1A8189801A4}"/>
          </ac:picMkLst>
        </pc:picChg>
        <pc:picChg chg="add mod modCrop">
          <ac:chgData name="Sivaramaiah KOWRATI" userId="39079919bc432a5b" providerId="LiveId" clId="{0D50A481-6A9B-4B04-9DAE-9E72A06ACFF0}" dt="2026-02-02T15:22:59.096" v="1596" actId="14100"/>
          <ac:picMkLst>
            <pc:docMk/>
            <pc:sldMk cId="3322164042" sldId="256"/>
            <ac:picMk id="18" creationId="{4CB0A3A5-421B-28B3-D0F6-3B11A0E6F8F8}"/>
          </ac:picMkLst>
        </pc:picChg>
        <pc:picChg chg="add mod modCrop">
          <ac:chgData name="Sivaramaiah KOWRATI" userId="39079919bc432a5b" providerId="LiveId" clId="{0D50A481-6A9B-4B04-9DAE-9E72A06ACFF0}" dt="2026-02-02T15:25:13.269" v="1613" actId="1038"/>
          <ac:picMkLst>
            <pc:docMk/>
            <pc:sldMk cId="3322164042" sldId="256"/>
            <ac:picMk id="21" creationId="{66974443-26DB-D319-E253-4CF2A0B26A5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5C899-CE8B-CEAF-F882-B0DD4F834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E685E-F34E-916B-D430-CAD1F87D4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FE9A7-0382-411D-C8CF-44FC3B49A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D601E-4818-2D8D-E6BB-DC82FF800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354D1-EFA5-4460-0579-870BE0D4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056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23783-636A-39A9-00FD-4DB3EB197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5E8A-D6B7-B268-3365-76F5C5CB5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DB1E8-863C-5A2F-818C-072407CE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194D-B0EB-B542-5695-5B6CED53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8EF79-01B7-0FFE-ED10-0B43E5E3E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827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1C4F7-E19C-6193-C00B-80A6CF8C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950133-D2A4-AB68-5509-E3A116D1D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2DA1D-3199-3A65-DB8C-3DD5CEF85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66475-B5C3-5EB6-D71D-E5C91F4F2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6EA9B-53E7-B71A-3C82-769C29DA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75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D61D3-6F10-7B41-FC6D-2C99A5854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4C23-C576-18C9-8CDB-DB5D5FA88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F9F94-EC8C-1618-A5F3-3D146085F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208E7-335F-E913-2E6C-27AADE04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02C12-231A-44B8-CF5F-2A3ECBAEC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7600E-6D01-07E9-C65D-8FED6E0B2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041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0C0A-C283-9074-E914-C47C469A1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1B66-BB79-85C0-34D4-476971C3E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C7CFA-26EA-5D23-B7B6-A4555A28E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11654A-BFCB-5BB2-7A58-1B8B36577F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B42DA-331A-EA3E-E8B3-01E8014421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A5C8BB-81B8-19DA-B025-130291FE9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4E1FA9-8A9E-7E19-69E1-113E0E69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A2841-61CC-81ED-A161-61E555B9D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82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A70EB-AB14-F6AE-4B49-A466E1F2F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CCC10-1198-253F-3C90-AF9A81DA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4647B6-9A0B-3501-1C29-DA70AADE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D3C81-FF3C-4BB1-244B-67A70D75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11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E2016-5825-7094-CE52-576703E2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BA353-584D-0989-85AE-2B1083DC5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3BD2D-2847-6A2C-6921-5E2959BE1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039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B26A-D5F1-7EFC-A3C2-8D7828DE4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B43C1-3F6D-C851-29C4-114C7C60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86722E-C651-E65B-C8E1-52E59DE7D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716C7-5A29-67C4-1B83-DE435303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1BBCC-24C5-CAF9-64A3-ECA18C8A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88DC8-F7D5-3D9E-4ECB-34C1F113D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93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F7ED-F784-84E9-0FCE-62C45D02E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1F26AC-5193-F7B4-2F9F-B1EA790D1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4667D-B0F8-26A1-78CD-ECED36E2F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A6F87-CFC2-782B-4254-BED7DA58A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B0A90A-7ADF-4608-6540-735E030B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B1C75-E92A-9B1C-E24E-A4AD4691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81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E08A-F01E-2A72-C51F-97DDF8E1B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58080-5E6D-1A55-3C2D-B17CCBC68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B4445-064B-C2B8-63DD-CF11A2CDE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906C2-2007-4ECC-6615-714997DEC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D7A84-DFEB-B017-4BE4-C0128191D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99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E5303B-3277-2F94-C31A-BA53B83801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D7AA2-D625-CDC7-4E80-02FE1B1542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4A0E7-53D7-A672-DB92-A98D6C7D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7F396-E72B-2BAD-02D8-0A12BE62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40CCF-0BEA-BAED-A45F-FBF4FC60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86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CE5D59-28AB-F54C-85C2-6F00342B2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25DE-9042-17B5-9404-92EBE1D2E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2EDC9-2B74-0BD4-8133-7BBF0F15DB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FC9A27-6D80-4A2D-A314-56003D638586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37588-B69B-CEC7-9A6F-F43D6080D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C2D-4EA9-3571-DD81-5F49E7D58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4A8A-821D-4FBD-807F-6D63CD1C73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6574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86147-59C7-5AAE-F011-288167597155}"/>
              </a:ext>
            </a:extLst>
          </p:cNvPr>
          <p:cNvSpPr/>
          <p:nvPr/>
        </p:nvSpPr>
        <p:spPr>
          <a:xfrm>
            <a:off x="0" y="6104467"/>
            <a:ext cx="12192000" cy="753533"/>
          </a:xfrm>
          <a:prstGeom prst="rect">
            <a:avLst/>
          </a:prstGeom>
          <a:gradFill flip="none" rotWithShape="1">
            <a:gsLst>
              <a:gs pos="2000">
                <a:schemeClr val="accent6">
                  <a:lumMod val="50000"/>
                </a:schemeClr>
              </a:gs>
              <a:gs pos="97000">
                <a:schemeClr val="accent2">
                  <a:lumMod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385200" algn="ctr"/>
            <a:endParaRPr lang="en-GB" sz="2400" b="1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D11403-1390-4390-EB79-B5F509A276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80" r="55205" b="75367"/>
          <a:stretch>
            <a:fillRect/>
          </a:stretch>
        </p:blipFill>
        <p:spPr>
          <a:xfrm>
            <a:off x="6185452" y="2494855"/>
            <a:ext cx="977466" cy="815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AED251-489A-17C7-286F-7AFA916992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11" y="320899"/>
            <a:ext cx="4968671" cy="137171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1E521F-BE60-11CB-4653-A6616C921BF5}"/>
              </a:ext>
            </a:extLst>
          </p:cNvPr>
          <p:cNvSpPr/>
          <p:nvPr/>
        </p:nvSpPr>
        <p:spPr>
          <a:xfrm>
            <a:off x="275993" y="1838921"/>
            <a:ext cx="513258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SIVARAMAIAH KOWRATI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D2C161-6953-8A3A-DB02-CB41F8F09550}"/>
              </a:ext>
            </a:extLst>
          </p:cNvPr>
          <p:cNvSpPr/>
          <p:nvPr/>
        </p:nvSpPr>
        <p:spPr>
          <a:xfrm>
            <a:off x="505838" y="2393004"/>
            <a:ext cx="2645923" cy="42801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50" dirty="0"/>
              <a:t>Sales &amp; Marketing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C39B14-39EF-1679-E7B6-332C1C16044A}"/>
              </a:ext>
            </a:extLst>
          </p:cNvPr>
          <p:cNvSpPr txBox="1"/>
          <p:nvPr/>
        </p:nvSpPr>
        <p:spPr>
          <a:xfrm>
            <a:off x="389109" y="2704285"/>
            <a:ext cx="44941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dirty="0">
                <a:solidFill>
                  <a:schemeClr val="bg2">
                    <a:lumMod val="50000"/>
                  </a:schemeClr>
                </a:solidFill>
                <a:latin typeface="Bahnschrift Light SemiCondensed" panose="020B0502040204020203" pitchFamily="34" charset="0"/>
                <a:cs typeface="Arial" panose="020B0604020202020204" pitchFamily="34" charset="0"/>
              </a:rPr>
              <a:t>+971 56 486 4535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CDE28-243D-38EB-2B4F-1BCB4AE970BD}"/>
              </a:ext>
            </a:extLst>
          </p:cNvPr>
          <p:cNvSpPr txBox="1"/>
          <p:nvPr/>
        </p:nvSpPr>
        <p:spPr>
          <a:xfrm>
            <a:off x="505838" y="5261904"/>
            <a:ext cx="3813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siva@printcareglobal.ae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4BDFE5-E852-F23C-BE13-836867AD1AB0}"/>
              </a:ext>
            </a:extLst>
          </p:cNvPr>
          <p:cNvSpPr txBox="1"/>
          <p:nvPr/>
        </p:nvSpPr>
        <p:spPr>
          <a:xfrm>
            <a:off x="194550" y="6332706"/>
            <a:ext cx="11264630" cy="453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385200" algn="ctr"/>
            <a:r>
              <a:rPr lang="en-GB" sz="2350" b="1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PRINTER | COPIER | PLOTTER | TONER | SALES | SERVICE | RENTAL | AMC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B0A3A5-421B-28B3-D0F6-3B11A0E6F8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63" t="29504" r="12963" b="13050"/>
          <a:stretch>
            <a:fillRect/>
          </a:stretch>
        </p:blipFill>
        <p:spPr>
          <a:xfrm>
            <a:off x="5985325" y="2120629"/>
            <a:ext cx="5930682" cy="3953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B799002-95ED-B101-FED7-24A348C81321}"/>
              </a:ext>
            </a:extLst>
          </p:cNvPr>
          <p:cNvSpPr txBox="1"/>
          <p:nvPr/>
        </p:nvSpPr>
        <p:spPr>
          <a:xfrm>
            <a:off x="483139" y="5550489"/>
            <a:ext cx="6287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2">
                    <a:lumMod val="50000"/>
                  </a:schemeClr>
                </a:solidFill>
                <a:latin typeface="Bahnschrift Light SemiCondensed" panose="020B0502040204020203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MUWEILAH COMMERCIAL, SHARJAH, UAE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6974443-26DB-D319-E253-4CF2A0B26A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53" t="9362" r="7154" b="2127"/>
          <a:stretch>
            <a:fillRect/>
          </a:stretch>
        </p:blipFill>
        <p:spPr>
          <a:xfrm>
            <a:off x="9941460" y="554477"/>
            <a:ext cx="1677204" cy="161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164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Bahnschrift Light SemiCondensed</vt:lpstr>
      <vt:lpstr>Sans Serif Collection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Sivaramaiah KOWRATI</dc:creator>
  <cp:lastModifiedBy>Sivaramaiah KOWRATI</cp:lastModifiedBy>
  <cp:revision>1</cp:revision>
  <dcterms:created xsi:type="dcterms:W3CDTF">2026-02-02T14:43:16Z</dcterms:created>
  <dcterms:modified xsi:type="dcterms:W3CDTF">2026-02-02T15:25:48Z</dcterms:modified>
</cp:coreProperties>
</file>